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0" r:id="rId2"/>
    <p:sldId id="267" r:id="rId3"/>
    <p:sldId id="273" r:id="rId4"/>
    <p:sldId id="276" r:id="rId5"/>
    <p:sldId id="277" r:id="rId6"/>
    <p:sldId id="265" r:id="rId7"/>
    <p:sldId id="274" r:id="rId8"/>
    <p:sldId id="279" r:id="rId9"/>
    <p:sldId id="286" r:id="rId10"/>
    <p:sldId id="287" r:id="rId11"/>
    <p:sldId id="289" r:id="rId12"/>
    <p:sldId id="283" r:id="rId13"/>
    <p:sldId id="275" r:id="rId14"/>
    <p:sldId id="281" r:id="rId15"/>
    <p:sldId id="290" r:id="rId16"/>
    <p:sldId id="282" r:id="rId17"/>
    <p:sldId id="284" r:id="rId18"/>
    <p:sldId id="285" r:id="rId1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B4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0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F62C81-856F-40F4-AA3B-F5EEBD7E2334}" type="doc">
      <dgm:prSet loTypeId="urn:microsoft.com/office/officeart/2008/layout/AlternatingHexagons" loCatId="list" qsTypeId="urn:microsoft.com/office/officeart/2005/8/quickstyle/simple1" qsCatId="simple" csTypeId="urn:microsoft.com/office/officeart/2005/8/colors/accent3_4" csCatId="accent3" phldr="1"/>
      <dgm:spPr/>
      <dgm:t>
        <a:bodyPr/>
        <a:lstStyle/>
        <a:p>
          <a:endParaRPr lang="de-DE"/>
        </a:p>
      </dgm:t>
    </dgm:pt>
    <dgm:pt modelId="{86155F76-76FC-440B-A8C8-3BA9915B865F}">
      <dgm:prSet phldrT="[Text]"/>
      <dgm:spPr/>
      <dgm:t>
        <a:bodyPr/>
        <a:lstStyle/>
        <a:p>
          <a:r>
            <a:rPr lang="de-DE" dirty="0"/>
            <a:t>4,2 Mio.</a:t>
          </a:r>
        </a:p>
      </dgm:t>
    </dgm:pt>
    <dgm:pt modelId="{699BF386-2C42-4546-8108-0E66129F8D3A}" type="parTrans" cxnId="{8B24676C-69B0-42F8-A5DA-3098943D77B4}">
      <dgm:prSet/>
      <dgm:spPr/>
      <dgm:t>
        <a:bodyPr/>
        <a:lstStyle/>
        <a:p>
          <a:endParaRPr lang="de-DE"/>
        </a:p>
      </dgm:t>
    </dgm:pt>
    <dgm:pt modelId="{26135CD5-B689-477E-8959-AF28B28D0440}" type="sibTrans" cxnId="{8B24676C-69B0-42F8-A5DA-3098943D77B4}">
      <dgm:prSet/>
      <dgm:spPr/>
      <dgm:t>
        <a:bodyPr/>
        <a:lstStyle/>
        <a:p>
          <a:endParaRPr lang="de-DE"/>
        </a:p>
      </dgm:t>
    </dgm:pt>
    <dgm:pt modelId="{E2150FD6-8A0C-495F-9F2B-47862A665192}">
      <dgm:prSet phldrT="[Text]"/>
      <dgm:spPr/>
      <dgm:t>
        <a:bodyPr/>
        <a:lstStyle/>
        <a:p>
          <a:r>
            <a:rPr lang="de-DE" dirty="0"/>
            <a:t>1,1 Mio.</a:t>
          </a:r>
        </a:p>
      </dgm:t>
    </dgm:pt>
    <dgm:pt modelId="{3A21B065-0214-4426-ADB2-FA53CCB722B0}" type="parTrans" cxnId="{FF04B070-EB41-46BC-A972-20F7BE1AFFD8}">
      <dgm:prSet/>
      <dgm:spPr/>
      <dgm:t>
        <a:bodyPr/>
        <a:lstStyle/>
        <a:p>
          <a:endParaRPr lang="de-DE"/>
        </a:p>
      </dgm:t>
    </dgm:pt>
    <dgm:pt modelId="{2C4617A4-3462-4EF2-8B1D-B7880B2746BF}" type="sibTrans" cxnId="{FF04B070-EB41-46BC-A972-20F7BE1AFFD8}">
      <dgm:prSet/>
      <dgm:spPr/>
      <dgm:t>
        <a:bodyPr/>
        <a:lstStyle/>
        <a:p>
          <a:endParaRPr lang="de-DE"/>
        </a:p>
      </dgm:t>
    </dgm:pt>
    <dgm:pt modelId="{5AB6F355-8314-4013-BD3A-5935C0B7CF09}">
      <dgm:prSet phldrT="[Text]"/>
      <dgm:spPr/>
      <dgm:t>
        <a:bodyPr/>
        <a:lstStyle/>
        <a:p>
          <a:r>
            <a:rPr lang="de-DE" dirty="0"/>
            <a:t>Direktes Geschäftsgebiet</a:t>
          </a:r>
        </a:p>
      </dgm:t>
    </dgm:pt>
    <dgm:pt modelId="{30DACA4B-CC78-4C88-978E-31DE7A656218}" type="sibTrans" cxnId="{F4EBF425-D236-424F-B754-4275FEDFDBDB}">
      <dgm:prSet/>
      <dgm:spPr/>
      <dgm:t>
        <a:bodyPr/>
        <a:lstStyle/>
        <a:p>
          <a:endParaRPr lang="de-DE"/>
        </a:p>
      </dgm:t>
    </dgm:pt>
    <dgm:pt modelId="{062DC85C-9EE6-4CAB-8CEF-811D46EF8F62}" type="parTrans" cxnId="{F4EBF425-D236-424F-B754-4275FEDFDBDB}">
      <dgm:prSet/>
      <dgm:spPr/>
      <dgm:t>
        <a:bodyPr/>
        <a:lstStyle/>
        <a:p>
          <a:endParaRPr lang="de-DE"/>
        </a:p>
      </dgm:t>
    </dgm:pt>
    <dgm:pt modelId="{49BFB296-86A9-4524-A17D-71EBBC0C8146}">
      <dgm:prSet phldrT="[Text]"/>
      <dgm:spPr/>
      <dgm:t>
        <a:bodyPr/>
        <a:lstStyle/>
        <a:p>
          <a:r>
            <a:rPr lang="de-DE" dirty="0"/>
            <a:t>Deutschland</a:t>
          </a:r>
        </a:p>
      </dgm:t>
    </dgm:pt>
    <dgm:pt modelId="{6396F706-5D1F-42D7-BE15-6062EF8220C8}" type="parTrans" cxnId="{8AA3724D-9215-46A3-9D4D-E58971EC72AC}">
      <dgm:prSet/>
      <dgm:spPr/>
      <dgm:t>
        <a:bodyPr/>
        <a:lstStyle/>
        <a:p>
          <a:endParaRPr lang="de-DE"/>
        </a:p>
      </dgm:t>
    </dgm:pt>
    <dgm:pt modelId="{49A303FE-07BE-4C5A-B31D-D47B2E71D64A}" type="sibTrans" cxnId="{8AA3724D-9215-46A3-9D4D-E58971EC72AC}">
      <dgm:prSet/>
      <dgm:spPr/>
      <dgm:t>
        <a:bodyPr/>
        <a:lstStyle/>
        <a:p>
          <a:endParaRPr lang="de-DE"/>
        </a:p>
      </dgm:t>
    </dgm:pt>
    <dgm:pt modelId="{8AA20932-269F-49D8-9429-44EB1C4FCF1C}">
      <dgm:prSet phldrT="[Text]"/>
      <dgm:spPr/>
      <dgm:t>
        <a:bodyPr/>
        <a:lstStyle/>
        <a:p>
          <a:r>
            <a:rPr lang="de-DE" dirty="0"/>
            <a:t>500.000 </a:t>
          </a:r>
        </a:p>
      </dgm:t>
    </dgm:pt>
    <dgm:pt modelId="{4F94FBF3-D34E-4364-A941-E0B8BC7B670C}" type="parTrans" cxnId="{9F3DEA77-AFAF-4C25-9F9B-7672F6DB1410}">
      <dgm:prSet/>
      <dgm:spPr/>
      <dgm:t>
        <a:bodyPr/>
        <a:lstStyle/>
        <a:p>
          <a:endParaRPr lang="de-DE"/>
        </a:p>
      </dgm:t>
    </dgm:pt>
    <dgm:pt modelId="{D3BCC928-EC7C-4DD6-AAD9-D68E00287DD9}" type="sibTrans" cxnId="{9F3DEA77-AFAF-4C25-9F9B-7672F6DB1410}">
      <dgm:prSet/>
      <dgm:spPr/>
      <dgm:t>
        <a:bodyPr/>
        <a:lstStyle/>
        <a:p>
          <a:endParaRPr lang="de-DE"/>
        </a:p>
      </dgm:t>
    </dgm:pt>
    <dgm:pt modelId="{98CE8F0A-B026-4C81-96FB-87A4EC8690C1}">
      <dgm:prSet phldrT="[Text]"/>
      <dgm:spPr/>
      <dgm:t>
        <a:bodyPr/>
        <a:lstStyle/>
        <a:p>
          <a:r>
            <a:rPr lang="de-DE" dirty="0"/>
            <a:t>Bestand </a:t>
          </a:r>
        </a:p>
      </dgm:t>
    </dgm:pt>
    <dgm:pt modelId="{4151AC07-E3D6-4AA4-B089-B65082555C1A}" type="parTrans" cxnId="{7E6D81D2-B9DA-499E-B743-1548BB23AF6F}">
      <dgm:prSet/>
      <dgm:spPr/>
      <dgm:t>
        <a:bodyPr/>
        <a:lstStyle/>
        <a:p>
          <a:endParaRPr lang="de-DE"/>
        </a:p>
      </dgm:t>
    </dgm:pt>
    <dgm:pt modelId="{B9A58447-83F8-4918-B02B-E80DCC386096}" type="sibTrans" cxnId="{7E6D81D2-B9DA-499E-B743-1548BB23AF6F}">
      <dgm:prSet/>
      <dgm:spPr/>
      <dgm:t>
        <a:bodyPr/>
        <a:lstStyle/>
        <a:p>
          <a:endParaRPr lang="de-DE"/>
        </a:p>
      </dgm:t>
    </dgm:pt>
    <dgm:pt modelId="{5DFD56F7-394D-412F-AD45-858776FEF30B}" type="pres">
      <dgm:prSet presAssocID="{9CF62C81-856F-40F4-AA3B-F5EEBD7E2334}" presName="Name0" presStyleCnt="0">
        <dgm:presLayoutVars>
          <dgm:chMax/>
          <dgm:chPref/>
          <dgm:dir/>
          <dgm:animLvl val="lvl"/>
        </dgm:presLayoutVars>
      </dgm:prSet>
      <dgm:spPr/>
    </dgm:pt>
    <dgm:pt modelId="{7660CECE-30B2-4DBD-AA65-FB55BB70F128}" type="pres">
      <dgm:prSet presAssocID="{86155F76-76FC-440B-A8C8-3BA9915B865F}" presName="composite" presStyleCnt="0"/>
      <dgm:spPr/>
    </dgm:pt>
    <dgm:pt modelId="{1C9F8301-E68E-4818-8A8A-C19E937992A6}" type="pres">
      <dgm:prSet presAssocID="{86155F76-76FC-440B-A8C8-3BA9915B865F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6587B8AE-7645-4AF6-BB71-86DAF6FEC72E}" type="pres">
      <dgm:prSet presAssocID="{86155F76-76FC-440B-A8C8-3BA9915B865F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2E9FA9E8-6817-4675-A94B-AB4160982460}" type="pres">
      <dgm:prSet presAssocID="{86155F76-76FC-440B-A8C8-3BA9915B865F}" presName="BalanceSpacing" presStyleCnt="0"/>
      <dgm:spPr/>
    </dgm:pt>
    <dgm:pt modelId="{9095545B-FB61-4D92-964A-80403D9B1B81}" type="pres">
      <dgm:prSet presAssocID="{86155F76-76FC-440B-A8C8-3BA9915B865F}" presName="BalanceSpacing1" presStyleCnt="0"/>
      <dgm:spPr/>
    </dgm:pt>
    <dgm:pt modelId="{EA0E1B2B-A806-41A1-9AEF-92A84F3145A5}" type="pres">
      <dgm:prSet presAssocID="{26135CD5-B689-477E-8959-AF28B28D0440}" presName="Accent1Text" presStyleLbl="node1" presStyleIdx="1" presStyleCnt="6"/>
      <dgm:spPr/>
    </dgm:pt>
    <dgm:pt modelId="{22AEBD44-7EB1-4ADF-974C-2FF3955FA927}" type="pres">
      <dgm:prSet presAssocID="{26135CD5-B689-477E-8959-AF28B28D0440}" presName="spaceBetweenRectangles" presStyleCnt="0"/>
      <dgm:spPr/>
    </dgm:pt>
    <dgm:pt modelId="{790BB332-AFC2-44E2-946A-EC0332AB7D7B}" type="pres">
      <dgm:prSet presAssocID="{E2150FD6-8A0C-495F-9F2B-47862A665192}" presName="composite" presStyleCnt="0"/>
      <dgm:spPr/>
    </dgm:pt>
    <dgm:pt modelId="{07043142-FD29-4839-A792-1601A43350D1}" type="pres">
      <dgm:prSet presAssocID="{E2150FD6-8A0C-495F-9F2B-47862A665192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FD977FEB-A130-454A-9760-0DF5445BF973}" type="pres">
      <dgm:prSet presAssocID="{E2150FD6-8A0C-495F-9F2B-47862A665192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42959C1A-B4E9-467B-B8C5-370D1B0206F9}" type="pres">
      <dgm:prSet presAssocID="{E2150FD6-8A0C-495F-9F2B-47862A665192}" presName="BalanceSpacing" presStyleCnt="0"/>
      <dgm:spPr/>
    </dgm:pt>
    <dgm:pt modelId="{B80B05AB-B2B3-46E6-AD6A-F479812FB89A}" type="pres">
      <dgm:prSet presAssocID="{E2150FD6-8A0C-495F-9F2B-47862A665192}" presName="BalanceSpacing1" presStyleCnt="0"/>
      <dgm:spPr/>
    </dgm:pt>
    <dgm:pt modelId="{5E2E7386-5C10-4CDE-9D38-8E397400D68F}" type="pres">
      <dgm:prSet presAssocID="{2C4617A4-3462-4EF2-8B1D-B7880B2746BF}" presName="Accent1Text" presStyleLbl="node1" presStyleIdx="3" presStyleCnt="6"/>
      <dgm:spPr/>
    </dgm:pt>
    <dgm:pt modelId="{AAA3C87E-265B-4873-8DF9-91DCDF405523}" type="pres">
      <dgm:prSet presAssocID="{2C4617A4-3462-4EF2-8B1D-B7880B2746BF}" presName="spaceBetweenRectangles" presStyleCnt="0"/>
      <dgm:spPr/>
    </dgm:pt>
    <dgm:pt modelId="{C950359C-E697-478F-9747-273DA88E21DA}" type="pres">
      <dgm:prSet presAssocID="{8AA20932-269F-49D8-9429-44EB1C4FCF1C}" presName="composite" presStyleCnt="0"/>
      <dgm:spPr/>
    </dgm:pt>
    <dgm:pt modelId="{1A82853D-C18E-4800-BA65-B79635927EAE}" type="pres">
      <dgm:prSet presAssocID="{8AA20932-269F-49D8-9429-44EB1C4FCF1C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5E7FD63A-B2C1-47E6-8AF6-DB4B056D3E9A}" type="pres">
      <dgm:prSet presAssocID="{8AA20932-269F-49D8-9429-44EB1C4FCF1C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83B1066C-9939-4A3B-9117-1872F8549BBC}" type="pres">
      <dgm:prSet presAssocID="{8AA20932-269F-49D8-9429-44EB1C4FCF1C}" presName="BalanceSpacing" presStyleCnt="0"/>
      <dgm:spPr/>
    </dgm:pt>
    <dgm:pt modelId="{C5CA07EA-77C6-4048-A41A-B3D499F72AA9}" type="pres">
      <dgm:prSet presAssocID="{8AA20932-269F-49D8-9429-44EB1C4FCF1C}" presName="BalanceSpacing1" presStyleCnt="0"/>
      <dgm:spPr/>
    </dgm:pt>
    <dgm:pt modelId="{09BC3479-B552-4117-BD9D-62299E52421A}" type="pres">
      <dgm:prSet presAssocID="{D3BCC928-EC7C-4DD6-AAD9-D68E00287DD9}" presName="Accent1Text" presStyleLbl="node1" presStyleIdx="5" presStyleCnt="6"/>
      <dgm:spPr/>
    </dgm:pt>
  </dgm:ptLst>
  <dgm:cxnLst>
    <dgm:cxn modelId="{6772C90E-1986-41D8-90FB-98C64F0B305C}" type="presOf" srcId="{5AB6F355-8314-4013-BD3A-5935C0B7CF09}" destId="{FD977FEB-A130-454A-9760-0DF5445BF973}" srcOrd="0" destOrd="0" presId="urn:microsoft.com/office/officeart/2008/layout/AlternatingHexagons"/>
    <dgm:cxn modelId="{F4EBF425-D236-424F-B754-4275FEDFDBDB}" srcId="{E2150FD6-8A0C-495F-9F2B-47862A665192}" destId="{5AB6F355-8314-4013-BD3A-5935C0B7CF09}" srcOrd="0" destOrd="0" parTransId="{062DC85C-9EE6-4CAB-8CEF-811D46EF8F62}" sibTransId="{30DACA4B-CC78-4C88-978E-31DE7A656218}"/>
    <dgm:cxn modelId="{B1B03F35-3ECA-4E62-9ABD-ED01A175FA60}" type="presOf" srcId="{8AA20932-269F-49D8-9429-44EB1C4FCF1C}" destId="{1A82853D-C18E-4800-BA65-B79635927EAE}" srcOrd="0" destOrd="0" presId="urn:microsoft.com/office/officeart/2008/layout/AlternatingHexagons"/>
    <dgm:cxn modelId="{C676BA5B-B29E-4D71-90AE-45A75D189839}" type="presOf" srcId="{98CE8F0A-B026-4C81-96FB-87A4EC8690C1}" destId="{5E7FD63A-B2C1-47E6-8AF6-DB4B056D3E9A}" srcOrd="0" destOrd="0" presId="urn:microsoft.com/office/officeart/2008/layout/AlternatingHexagons"/>
    <dgm:cxn modelId="{8B24676C-69B0-42F8-A5DA-3098943D77B4}" srcId="{9CF62C81-856F-40F4-AA3B-F5EEBD7E2334}" destId="{86155F76-76FC-440B-A8C8-3BA9915B865F}" srcOrd="0" destOrd="0" parTransId="{699BF386-2C42-4546-8108-0E66129F8D3A}" sibTransId="{26135CD5-B689-477E-8959-AF28B28D0440}"/>
    <dgm:cxn modelId="{8AA3724D-9215-46A3-9D4D-E58971EC72AC}" srcId="{86155F76-76FC-440B-A8C8-3BA9915B865F}" destId="{49BFB296-86A9-4524-A17D-71EBBC0C8146}" srcOrd="0" destOrd="0" parTransId="{6396F706-5D1F-42D7-BE15-6062EF8220C8}" sibTransId="{49A303FE-07BE-4C5A-B31D-D47B2E71D64A}"/>
    <dgm:cxn modelId="{FF04B070-EB41-46BC-A972-20F7BE1AFFD8}" srcId="{9CF62C81-856F-40F4-AA3B-F5EEBD7E2334}" destId="{E2150FD6-8A0C-495F-9F2B-47862A665192}" srcOrd="1" destOrd="0" parTransId="{3A21B065-0214-4426-ADB2-FA53CCB722B0}" sibTransId="{2C4617A4-3462-4EF2-8B1D-B7880B2746BF}"/>
    <dgm:cxn modelId="{9F3DEA77-AFAF-4C25-9F9B-7672F6DB1410}" srcId="{9CF62C81-856F-40F4-AA3B-F5EEBD7E2334}" destId="{8AA20932-269F-49D8-9429-44EB1C4FCF1C}" srcOrd="2" destOrd="0" parTransId="{4F94FBF3-D34E-4364-A941-E0B8BC7B670C}" sibTransId="{D3BCC928-EC7C-4DD6-AAD9-D68E00287DD9}"/>
    <dgm:cxn modelId="{9B6CFF93-DCE4-43F3-96E5-4505D1C341B7}" type="presOf" srcId="{26135CD5-B689-477E-8959-AF28B28D0440}" destId="{EA0E1B2B-A806-41A1-9AEF-92A84F3145A5}" srcOrd="0" destOrd="0" presId="urn:microsoft.com/office/officeart/2008/layout/AlternatingHexagons"/>
    <dgm:cxn modelId="{452F02A7-DF27-4C22-9B91-838EB61173FE}" type="presOf" srcId="{49BFB296-86A9-4524-A17D-71EBBC0C8146}" destId="{6587B8AE-7645-4AF6-BB71-86DAF6FEC72E}" srcOrd="0" destOrd="0" presId="urn:microsoft.com/office/officeart/2008/layout/AlternatingHexagons"/>
    <dgm:cxn modelId="{71F562BA-049E-4CC4-8957-E07BA4A28A42}" type="presOf" srcId="{86155F76-76FC-440B-A8C8-3BA9915B865F}" destId="{1C9F8301-E68E-4818-8A8A-C19E937992A6}" srcOrd="0" destOrd="0" presId="urn:microsoft.com/office/officeart/2008/layout/AlternatingHexagons"/>
    <dgm:cxn modelId="{4B1203C5-A3E6-48BA-A56A-8BD1164CAF77}" type="presOf" srcId="{D3BCC928-EC7C-4DD6-AAD9-D68E00287DD9}" destId="{09BC3479-B552-4117-BD9D-62299E52421A}" srcOrd="0" destOrd="0" presId="urn:microsoft.com/office/officeart/2008/layout/AlternatingHexagons"/>
    <dgm:cxn modelId="{CEA3D1D0-DAD0-4242-8F8A-EBBCB0B5B083}" type="presOf" srcId="{9CF62C81-856F-40F4-AA3B-F5EEBD7E2334}" destId="{5DFD56F7-394D-412F-AD45-858776FEF30B}" srcOrd="0" destOrd="0" presId="urn:microsoft.com/office/officeart/2008/layout/AlternatingHexagons"/>
    <dgm:cxn modelId="{7E6D81D2-B9DA-499E-B743-1548BB23AF6F}" srcId="{8AA20932-269F-49D8-9429-44EB1C4FCF1C}" destId="{98CE8F0A-B026-4C81-96FB-87A4EC8690C1}" srcOrd="0" destOrd="0" parTransId="{4151AC07-E3D6-4AA4-B089-B65082555C1A}" sibTransId="{B9A58447-83F8-4918-B02B-E80DCC386096}"/>
    <dgm:cxn modelId="{F25FEDD6-E908-4310-A375-7651ADB875FF}" type="presOf" srcId="{2C4617A4-3462-4EF2-8B1D-B7880B2746BF}" destId="{5E2E7386-5C10-4CDE-9D38-8E397400D68F}" srcOrd="0" destOrd="0" presId="urn:microsoft.com/office/officeart/2008/layout/AlternatingHexagons"/>
    <dgm:cxn modelId="{1E5954E6-81E6-43C8-BB9E-A74F8D6144FA}" type="presOf" srcId="{E2150FD6-8A0C-495F-9F2B-47862A665192}" destId="{07043142-FD29-4839-A792-1601A43350D1}" srcOrd="0" destOrd="0" presId="urn:microsoft.com/office/officeart/2008/layout/AlternatingHexagons"/>
    <dgm:cxn modelId="{21591290-928E-46F7-B1A2-F79ADCA45A94}" type="presParOf" srcId="{5DFD56F7-394D-412F-AD45-858776FEF30B}" destId="{7660CECE-30B2-4DBD-AA65-FB55BB70F128}" srcOrd="0" destOrd="0" presId="urn:microsoft.com/office/officeart/2008/layout/AlternatingHexagons"/>
    <dgm:cxn modelId="{50C2F59E-5CEA-43AD-9472-846F7E886311}" type="presParOf" srcId="{7660CECE-30B2-4DBD-AA65-FB55BB70F128}" destId="{1C9F8301-E68E-4818-8A8A-C19E937992A6}" srcOrd="0" destOrd="0" presId="urn:microsoft.com/office/officeart/2008/layout/AlternatingHexagons"/>
    <dgm:cxn modelId="{64134711-214D-4F45-B44C-A3F281F2C5C4}" type="presParOf" srcId="{7660CECE-30B2-4DBD-AA65-FB55BB70F128}" destId="{6587B8AE-7645-4AF6-BB71-86DAF6FEC72E}" srcOrd="1" destOrd="0" presId="urn:microsoft.com/office/officeart/2008/layout/AlternatingHexagons"/>
    <dgm:cxn modelId="{39BE5D91-D74D-4807-963A-4F1BC17A9E08}" type="presParOf" srcId="{7660CECE-30B2-4DBD-AA65-FB55BB70F128}" destId="{2E9FA9E8-6817-4675-A94B-AB4160982460}" srcOrd="2" destOrd="0" presId="urn:microsoft.com/office/officeart/2008/layout/AlternatingHexagons"/>
    <dgm:cxn modelId="{E89D6D7A-6CE5-4211-BF93-EAF51EB973EA}" type="presParOf" srcId="{7660CECE-30B2-4DBD-AA65-FB55BB70F128}" destId="{9095545B-FB61-4D92-964A-80403D9B1B81}" srcOrd="3" destOrd="0" presId="urn:microsoft.com/office/officeart/2008/layout/AlternatingHexagons"/>
    <dgm:cxn modelId="{B73BD158-E5D3-4CD4-8027-EC41D44078C1}" type="presParOf" srcId="{7660CECE-30B2-4DBD-AA65-FB55BB70F128}" destId="{EA0E1B2B-A806-41A1-9AEF-92A84F3145A5}" srcOrd="4" destOrd="0" presId="urn:microsoft.com/office/officeart/2008/layout/AlternatingHexagons"/>
    <dgm:cxn modelId="{65D13DCC-0517-405B-A93F-6DF29816FA3D}" type="presParOf" srcId="{5DFD56F7-394D-412F-AD45-858776FEF30B}" destId="{22AEBD44-7EB1-4ADF-974C-2FF3955FA927}" srcOrd="1" destOrd="0" presId="urn:microsoft.com/office/officeart/2008/layout/AlternatingHexagons"/>
    <dgm:cxn modelId="{801D4C1F-5852-4E3E-A965-D0CF9CE13D19}" type="presParOf" srcId="{5DFD56F7-394D-412F-AD45-858776FEF30B}" destId="{790BB332-AFC2-44E2-946A-EC0332AB7D7B}" srcOrd="2" destOrd="0" presId="urn:microsoft.com/office/officeart/2008/layout/AlternatingHexagons"/>
    <dgm:cxn modelId="{390E25F6-1683-41CD-83C6-208136C89E24}" type="presParOf" srcId="{790BB332-AFC2-44E2-946A-EC0332AB7D7B}" destId="{07043142-FD29-4839-A792-1601A43350D1}" srcOrd="0" destOrd="0" presId="urn:microsoft.com/office/officeart/2008/layout/AlternatingHexagons"/>
    <dgm:cxn modelId="{274B0277-98A1-475C-9BC0-CDEDE6708914}" type="presParOf" srcId="{790BB332-AFC2-44E2-946A-EC0332AB7D7B}" destId="{FD977FEB-A130-454A-9760-0DF5445BF973}" srcOrd="1" destOrd="0" presId="urn:microsoft.com/office/officeart/2008/layout/AlternatingHexagons"/>
    <dgm:cxn modelId="{3E693F13-7512-4C82-A489-E90C28FD30E4}" type="presParOf" srcId="{790BB332-AFC2-44E2-946A-EC0332AB7D7B}" destId="{42959C1A-B4E9-467B-B8C5-370D1B0206F9}" srcOrd="2" destOrd="0" presId="urn:microsoft.com/office/officeart/2008/layout/AlternatingHexagons"/>
    <dgm:cxn modelId="{F46B3D19-99C5-4772-BB82-8FA11C522786}" type="presParOf" srcId="{790BB332-AFC2-44E2-946A-EC0332AB7D7B}" destId="{B80B05AB-B2B3-46E6-AD6A-F479812FB89A}" srcOrd="3" destOrd="0" presId="urn:microsoft.com/office/officeart/2008/layout/AlternatingHexagons"/>
    <dgm:cxn modelId="{AEDB497B-43F7-4C4A-A92B-F8E5D81E2AD1}" type="presParOf" srcId="{790BB332-AFC2-44E2-946A-EC0332AB7D7B}" destId="{5E2E7386-5C10-4CDE-9D38-8E397400D68F}" srcOrd="4" destOrd="0" presId="urn:microsoft.com/office/officeart/2008/layout/AlternatingHexagons"/>
    <dgm:cxn modelId="{58243541-95F4-436A-9FF9-107835BCF9EC}" type="presParOf" srcId="{5DFD56F7-394D-412F-AD45-858776FEF30B}" destId="{AAA3C87E-265B-4873-8DF9-91DCDF405523}" srcOrd="3" destOrd="0" presId="urn:microsoft.com/office/officeart/2008/layout/AlternatingHexagons"/>
    <dgm:cxn modelId="{A508F6E2-F927-4846-B910-0915D6BCFBEA}" type="presParOf" srcId="{5DFD56F7-394D-412F-AD45-858776FEF30B}" destId="{C950359C-E697-478F-9747-273DA88E21DA}" srcOrd="4" destOrd="0" presId="urn:microsoft.com/office/officeart/2008/layout/AlternatingHexagons"/>
    <dgm:cxn modelId="{36A92482-5FE1-4FCE-BC3E-7DA295530367}" type="presParOf" srcId="{C950359C-E697-478F-9747-273DA88E21DA}" destId="{1A82853D-C18E-4800-BA65-B79635927EAE}" srcOrd="0" destOrd="0" presId="urn:microsoft.com/office/officeart/2008/layout/AlternatingHexagons"/>
    <dgm:cxn modelId="{016C81D7-7063-4348-BB01-EAFC64214D05}" type="presParOf" srcId="{C950359C-E697-478F-9747-273DA88E21DA}" destId="{5E7FD63A-B2C1-47E6-8AF6-DB4B056D3E9A}" srcOrd="1" destOrd="0" presId="urn:microsoft.com/office/officeart/2008/layout/AlternatingHexagons"/>
    <dgm:cxn modelId="{A2414B4E-615D-4B50-BB0B-41F73B4D17E4}" type="presParOf" srcId="{C950359C-E697-478F-9747-273DA88E21DA}" destId="{83B1066C-9939-4A3B-9117-1872F8549BBC}" srcOrd="2" destOrd="0" presId="urn:microsoft.com/office/officeart/2008/layout/AlternatingHexagons"/>
    <dgm:cxn modelId="{378BC0CA-BD03-42D8-AC0E-8D9DF8D36DB9}" type="presParOf" srcId="{C950359C-E697-478F-9747-273DA88E21DA}" destId="{C5CA07EA-77C6-4048-A41A-B3D499F72AA9}" srcOrd="3" destOrd="0" presId="urn:microsoft.com/office/officeart/2008/layout/AlternatingHexagons"/>
    <dgm:cxn modelId="{5992E476-036E-4F21-BE2E-04F68FA601E1}" type="presParOf" srcId="{C950359C-E697-478F-9747-273DA88E21DA}" destId="{09BC3479-B552-4117-BD9D-62299E52421A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9F8301-E68E-4818-8A8A-C19E937992A6}">
      <dsp:nvSpPr>
        <dsp:cNvPr id="0" name=""/>
        <dsp:cNvSpPr/>
      </dsp:nvSpPr>
      <dsp:spPr>
        <a:xfrm rot="5400000">
          <a:off x="2894906" y="112921"/>
          <a:ext cx="1711109" cy="1488664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4,2 Mio.</a:t>
          </a:r>
        </a:p>
      </dsp:txBody>
      <dsp:txXfrm rot="-5400000">
        <a:off x="3238111" y="268347"/>
        <a:ext cx="1024698" cy="1177813"/>
      </dsp:txXfrm>
    </dsp:sp>
    <dsp:sp modelId="{6587B8AE-7645-4AF6-BB71-86DAF6FEC72E}">
      <dsp:nvSpPr>
        <dsp:cNvPr id="0" name=""/>
        <dsp:cNvSpPr/>
      </dsp:nvSpPr>
      <dsp:spPr>
        <a:xfrm>
          <a:off x="4539967" y="343920"/>
          <a:ext cx="1909597" cy="10266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Deutschland</a:t>
          </a:r>
        </a:p>
      </dsp:txBody>
      <dsp:txXfrm>
        <a:off x="4539967" y="343920"/>
        <a:ext cx="1909597" cy="1026665"/>
      </dsp:txXfrm>
    </dsp:sp>
    <dsp:sp modelId="{EA0E1B2B-A806-41A1-9AEF-92A84F3145A5}">
      <dsp:nvSpPr>
        <dsp:cNvPr id="0" name=""/>
        <dsp:cNvSpPr/>
      </dsp:nvSpPr>
      <dsp:spPr>
        <a:xfrm rot="5400000">
          <a:off x="1287148" y="112921"/>
          <a:ext cx="1711109" cy="1488664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shade val="50000"/>
            <a:hueOff val="0"/>
            <a:satOff val="0"/>
            <a:lumOff val="1198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3600" kern="1200"/>
        </a:p>
      </dsp:txBody>
      <dsp:txXfrm rot="-5400000">
        <a:off x="1630353" y="268347"/>
        <a:ext cx="1024698" cy="1177813"/>
      </dsp:txXfrm>
    </dsp:sp>
    <dsp:sp modelId="{07043142-FD29-4839-A792-1601A43350D1}">
      <dsp:nvSpPr>
        <dsp:cNvPr id="0" name=""/>
        <dsp:cNvSpPr/>
      </dsp:nvSpPr>
      <dsp:spPr>
        <a:xfrm rot="5400000">
          <a:off x="2087947" y="1565310"/>
          <a:ext cx="1711109" cy="1488664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shade val="50000"/>
            <a:hueOff val="0"/>
            <a:satOff val="0"/>
            <a:lumOff val="2397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1,1 Mio.</a:t>
          </a:r>
        </a:p>
      </dsp:txBody>
      <dsp:txXfrm rot="-5400000">
        <a:off x="2431152" y="1720736"/>
        <a:ext cx="1024698" cy="1177813"/>
      </dsp:txXfrm>
    </dsp:sp>
    <dsp:sp modelId="{FD977FEB-A130-454A-9760-0DF5445BF973}">
      <dsp:nvSpPr>
        <dsp:cNvPr id="0" name=""/>
        <dsp:cNvSpPr/>
      </dsp:nvSpPr>
      <dsp:spPr>
        <a:xfrm>
          <a:off x="289572" y="1796310"/>
          <a:ext cx="1847997" cy="10266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Direktes Geschäftsgebiet</a:t>
          </a:r>
        </a:p>
      </dsp:txBody>
      <dsp:txXfrm>
        <a:off x="289572" y="1796310"/>
        <a:ext cx="1847997" cy="1026665"/>
      </dsp:txXfrm>
    </dsp:sp>
    <dsp:sp modelId="{5E2E7386-5C10-4CDE-9D38-8E397400D68F}">
      <dsp:nvSpPr>
        <dsp:cNvPr id="0" name=""/>
        <dsp:cNvSpPr/>
      </dsp:nvSpPr>
      <dsp:spPr>
        <a:xfrm rot="5400000">
          <a:off x="3695705" y="1565310"/>
          <a:ext cx="1711109" cy="1488664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shade val="50000"/>
            <a:hueOff val="0"/>
            <a:satOff val="0"/>
            <a:lumOff val="3596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3600" kern="1200"/>
        </a:p>
      </dsp:txBody>
      <dsp:txXfrm rot="-5400000">
        <a:off x="4038910" y="1720736"/>
        <a:ext cx="1024698" cy="1177813"/>
      </dsp:txXfrm>
    </dsp:sp>
    <dsp:sp modelId="{1A82853D-C18E-4800-BA65-B79635927EAE}">
      <dsp:nvSpPr>
        <dsp:cNvPr id="0" name=""/>
        <dsp:cNvSpPr/>
      </dsp:nvSpPr>
      <dsp:spPr>
        <a:xfrm rot="5400000">
          <a:off x="2894906" y="3017699"/>
          <a:ext cx="1711109" cy="1488664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shade val="50000"/>
            <a:hueOff val="0"/>
            <a:satOff val="0"/>
            <a:lumOff val="2397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500.000 </a:t>
          </a:r>
        </a:p>
      </dsp:txBody>
      <dsp:txXfrm rot="-5400000">
        <a:off x="3238111" y="3173125"/>
        <a:ext cx="1024698" cy="1177813"/>
      </dsp:txXfrm>
    </dsp:sp>
    <dsp:sp modelId="{5E7FD63A-B2C1-47E6-8AF6-DB4B056D3E9A}">
      <dsp:nvSpPr>
        <dsp:cNvPr id="0" name=""/>
        <dsp:cNvSpPr/>
      </dsp:nvSpPr>
      <dsp:spPr>
        <a:xfrm>
          <a:off x="4539967" y="3248699"/>
          <a:ext cx="1909597" cy="10266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Bestand </a:t>
          </a:r>
        </a:p>
      </dsp:txBody>
      <dsp:txXfrm>
        <a:off x="4539967" y="3248699"/>
        <a:ext cx="1909597" cy="1026665"/>
      </dsp:txXfrm>
    </dsp:sp>
    <dsp:sp modelId="{09BC3479-B552-4117-BD9D-62299E52421A}">
      <dsp:nvSpPr>
        <dsp:cNvPr id="0" name=""/>
        <dsp:cNvSpPr/>
      </dsp:nvSpPr>
      <dsp:spPr>
        <a:xfrm rot="5400000">
          <a:off x="1287148" y="3017699"/>
          <a:ext cx="1711109" cy="1488664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shade val="50000"/>
            <a:hueOff val="0"/>
            <a:satOff val="0"/>
            <a:lumOff val="1198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3600" kern="1200"/>
        </a:p>
      </dsp:txBody>
      <dsp:txXfrm rot="-5400000">
        <a:off x="1630353" y="3173125"/>
        <a:ext cx="1024698" cy="11778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9575D6-2B28-406B-9218-75EE9A896B97}" type="datetimeFigureOut">
              <a:rPr lang="de-DE" smtClean="0"/>
              <a:t>25.06.2018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EC0115-6087-4A51-9CFA-3884A1BCD8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9544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5">
            <a:extLst>
              <a:ext uri="{FF2B5EF4-FFF2-40B4-BE49-F238E27FC236}">
                <a16:creationId xmlns:a16="http://schemas.microsoft.com/office/drawing/2014/main" id="{217B479B-DC3D-4FAF-B9BA-852C869ED3F6}"/>
              </a:ext>
            </a:extLst>
          </p:cNvPr>
          <p:cNvSpPr/>
          <p:nvPr/>
        </p:nvSpPr>
        <p:spPr>
          <a:xfrm rot="701816">
            <a:off x="-600341" y="6396302"/>
            <a:ext cx="4248713" cy="3503514"/>
          </a:xfrm>
          <a:prstGeom prst="rect">
            <a:avLst/>
          </a:prstGeom>
          <a:solidFill>
            <a:srgbClr val="61B453">
              <a:alpha val="69804"/>
            </a:srgbClr>
          </a:solidFill>
          <a:ln w="12701" cap="flat">
            <a:solidFill>
              <a:srgbClr val="61B453">
                <a:alpha val="32941"/>
              </a:srgbClr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FFFFFF"/>
              </a:solidFill>
              <a:uFillTx/>
              <a:latin typeface="Mandatory" panose="02000400000000000000" pitchFamily="2" charset="0"/>
            </a:endParaRPr>
          </a:p>
        </p:txBody>
      </p:sp>
      <p:sp>
        <p:nvSpPr>
          <p:cNvPr id="3" name="Rechteck 13">
            <a:extLst>
              <a:ext uri="{FF2B5EF4-FFF2-40B4-BE49-F238E27FC236}">
                <a16:creationId xmlns:a16="http://schemas.microsoft.com/office/drawing/2014/main" id="{A9CF32B3-FAB2-400D-B6C6-648A33FABB20}"/>
              </a:ext>
            </a:extLst>
          </p:cNvPr>
          <p:cNvSpPr/>
          <p:nvPr/>
        </p:nvSpPr>
        <p:spPr>
          <a:xfrm rot="1643002">
            <a:off x="9529874" y="1162918"/>
            <a:ext cx="2185754" cy="2213606"/>
          </a:xfrm>
          <a:prstGeom prst="rect">
            <a:avLst/>
          </a:prstGeom>
          <a:solidFill>
            <a:srgbClr val="61B453">
              <a:alpha val="69804"/>
            </a:srgbClr>
          </a:solidFill>
          <a:ln w="12701" cap="flat">
            <a:solidFill>
              <a:srgbClr val="61B453">
                <a:alpha val="32941"/>
              </a:srgbClr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FFFFFF"/>
              </a:solidFill>
              <a:uFillTx/>
              <a:latin typeface="Mandatory" panose="02000400000000000000" pitchFamily="2" charset="0"/>
            </a:endParaRPr>
          </a:p>
        </p:txBody>
      </p:sp>
      <p:sp>
        <p:nvSpPr>
          <p:cNvPr id="4" name="Rechteck 14">
            <a:extLst>
              <a:ext uri="{FF2B5EF4-FFF2-40B4-BE49-F238E27FC236}">
                <a16:creationId xmlns:a16="http://schemas.microsoft.com/office/drawing/2014/main" id="{DAD20A4F-CA32-440D-8AF4-457BCAE45A2D}"/>
              </a:ext>
            </a:extLst>
          </p:cNvPr>
          <p:cNvSpPr/>
          <p:nvPr/>
        </p:nvSpPr>
        <p:spPr>
          <a:xfrm rot="701816">
            <a:off x="8280293" y="3816579"/>
            <a:ext cx="4248713" cy="3503514"/>
          </a:xfrm>
          <a:prstGeom prst="rect">
            <a:avLst/>
          </a:prstGeom>
          <a:solidFill>
            <a:srgbClr val="61B453">
              <a:alpha val="69804"/>
            </a:srgbClr>
          </a:solidFill>
          <a:ln w="12701" cap="flat">
            <a:solidFill>
              <a:srgbClr val="61B453">
                <a:alpha val="32941"/>
              </a:srgbClr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FFFFFF"/>
              </a:solidFill>
              <a:uFillTx/>
              <a:latin typeface="Mandatory" panose="02000400000000000000" pitchFamily="2" charset="0"/>
            </a:endParaRPr>
          </a:p>
        </p:txBody>
      </p:sp>
      <p:pic>
        <p:nvPicPr>
          <p:cNvPr id="5" name="Grafik 16">
            <a:extLst>
              <a:ext uri="{FF2B5EF4-FFF2-40B4-BE49-F238E27FC236}">
                <a16:creationId xmlns:a16="http://schemas.microsoft.com/office/drawing/2014/main" id="{5E65A342-47D8-4DE5-BEBD-283B07913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44" y="230191"/>
            <a:ext cx="1973549" cy="63943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Rechteck 19">
            <a:extLst>
              <a:ext uri="{FF2B5EF4-FFF2-40B4-BE49-F238E27FC236}">
                <a16:creationId xmlns:a16="http://schemas.microsoft.com/office/drawing/2014/main" id="{F34F8B4E-7E64-4B2A-B916-D0CA9D8FC42E}"/>
              </a:ext>
            </a:extLst>
          </p:cNvPr>
          <p:cNvSpPr/>
          <p:nvPr/>
        </p:nvSpPr>
        <p:spPr>
          <a:xfrm>
            <a:off x="999238" y="1553666"/>
            <a:ext cx="508473" cy="70788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4000" b="0" i="0" u="none" strike="noStrike" kern="1200" cap="none" spc="0" baseline="0">
                <a:solidFill>
                  <a:srgbClr val="61B453"/>
                </a:solidFill>
                <a:uFillTx/>
                <a:latin typeface="Mandatory" panose="02000400000000000000" pitchFamily="2" charset="0"/>
              </a:rPr>
              <a:t>»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B0AE455-8FCD-4827-9AF3-6BB6474D9312}"/>
              </a:ext>
            </a:extLst>
          </p:cNvPr>
          <p:cNvSpPr txBox="1"/>
          <p:nvPr userDrawn="1"/>
        </p:nvSpPr>
        <p:spPr>
          <a:xfrm>
            <a:off x="10991273" y="6208499"/>
            <a:ext cx="701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355405D-DE4B-4B95-ACA0-07CE4BDBE28E}" type="slidenum">
              <a:rPr lang="de-DE" smtClean="0">
                <a:latin typeface="Mandatory" panose="02000400000000000000" pitchFamily="2" charset="0"/>
              </a:rPr>
              <a:pPr algn="r"/>
              <a:t>‹Nr.›</a:t>
            </a:fld>
            <a:endParaRPr lang="de-DE" dirty="0">
              <a:latin typeface="Mandatory" panose="02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72317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8">
            <a:extLst>
              <a:ext uri="{FF2B5EF4-FFF2-40B4-BE49-F238E27FC236}">
                <a16:creationId xmlns:a16="http://schemas.microsoft.com/office/drawing/2014/main" id="{47556919-3D62-4400-9FEE-5B528583FCDC}"/>
              </a:ext>
            </a:extLst>
          </p:cNvPr>
          <p:cNvSpPr/>
          <p:nvPr userDrawn="1"/>
        </p:nvSpPr>
        <p:spPr>
          <a:xfrm rot="1311913">
            <a:off x="-1386011" y="1445639"/>
            <a:ext cx="4217944" cy="5541227"/>
          </a:xfrm>
          <a:prstGeom prst="rect">
            <a:avLst/>
          </a:prstGeom>
          <a:solidFill>
            <a:srgbClr val="61B453">
              <a:alpha val="69804"/>
            </a:srgbClr>
          </a:solidFill>
          <a:ln w="12701" cap="flat">
            <a:solidFill>
              <a:srgbClr val="2F528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3600" b="0" i="0" u="none" strike="noStrike" kern="1200" cap="none" spc="0" baseline="0">
              <a:solidFill>
                <a:srgbClr val="FFFFFF"/>
              </a:solidFill>
              <a:uFillTx/>
              <a:latin typeface="Mandatory" panose="02000400000000000000" pitchFamily="2" charset="0"/>
            </a:endParaRPr>
          </a:p>
        </p:txBody>
      </p:sp>
      <p:pic>
        <p:nvPicPr>
          <p:cNvPr id="13" name="Grafik 10">
            <a:extLst>
              <a:ext uri="{FF2B5EF4-FFF2-40B4-BE49-F238E27FC236}">
                <a16:creationId xmlns:a16="http://schemas.microsoft.com/office/drawing/2014/main" id="{F9725EF3-A629-4617-8CB2-63C1465F3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44" y="230191"/>
            <a:ext cx="1973549" cy="63943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4B54830D-E35D-4A89-91EE-08AAFA992E8C}"/>
              </a:ext>
            </a:extLst>
          </p:cNvPr>
          <p:cNvSpPr txBox="1"/>
          <p:nvPr userDrawn="1"/>
        </p:nvSpPr>
        <p:spPr>
          <a:xfrm>
            <a:off x="10991273" y="6208499"/>
            <a:ext cx="701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355405D-DE4B-4B95-ACA0-07CE4BDBE28E}" type="slidenum">
              <a:rPr lang="de-DE" smtClean="0">
                <a:latin typeface="Mandatory" panose="02000400000000000000" pitchFamily="2" charset="0"/>
              </a:rPr>
              <a:pPr algn="r"/>
              <a:t>‹Nr.›</a:t>
            </a:fld>
            <a:endParaRPr lang="de-DE" dirty="0">
              <a:latin typeface="Mandatory" panose="02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506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6">
            <a:extLst>
              <a:ext uri="{FF2B5EF4-FFF2-40B4-BE49-F238E27FC236}">
                <a16:creationId xmlns:a16="http://schemas.microsoft.com/office/drawing/2014/main" id="{B9583DAC-1973-4C7C-88B6-AFBDC0F6F80F}"/>
              </a:ext>
            </a:extLst>
          </p:cNvPr>
          <p:cNvSpPr/>
          <p:nvPr/>
        </p:nvSpPr>
        <p:spPr>
          <a:xfrm rot="1643002">
            <a:off x="9529874" y="1162918"/>
            <a:ext cx="2185754" cy="2213606"/>
          </a:xfrm>
          <a:prstGeom prst="rect">
            <a:avLst/>
          </a:prstGeom>
          <a:solidFill>
            <a:srgbClr val="61B453">
              <a:alpha val="69804"/>
            </a:srgbClr>
          </a:solidFill>
          <a:ln w="12701" cap="flat">
            <a:solidFill>
              <a:srgbClr val="61B453">
                <a:alpha val="32941"/>
              </a:srgbClr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FFFFFF"/>
              </a:solidFill>
              <a:uFillTx/>
              <a:latin typeface="Mandatory" panose="02000400000000000000" pitchFamily="2" charset="0"/>
            </a:endParaRPr>
          </a:p>
        </p:txBody>
      </p:sp>
      <p:sp>
        <p:nvSpPr>
          <p:cNvPr id="3" name="Rechteck 7">
            <a:extLst>
              <a:ext uri="{FF2B5EF4-FFF2-40B4-BE49-F238E27FC236}">
                <a16:creationId xmlns:a16="http://schemas.microsoft.com/office/drawing/2014/main" id="{7F4D2869-BBF2-4327-9B78-06DF7E33F059}"/>
              </a:ext>
            </a:extLst>
          </p:cNvPr>
          <p:cNvSpPr/>
          <p:nvPr/>
        </p:nvSpPr>
        <p:spPr>
          <a:xfrm rot="701816">
            <a:off x="8280293" y="3816579"/>
            <a:ext cx="4248713" cy="3503514"/>
          </a:xfrm>
          <a:prstGeom prst="rect">
            <a:avLst/>
          </a:prstGeom>
          <a:solidFill>
            <a:srgbClr val="61B453">
              <a:alpha val="69804"/>
            </a:srgbClr>
          </a:solidFill>
          <a:ln w="12701" cap="flat">
            <a:solidFill>
              <a:srgbClr val="61B453">
                <a:alpha val="32941"/>
              </a:srgbClr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FFFFFF"/>
              </a:solidFill>
              <a:uFillTx/>
              <a:latin typeface="Mandatory" panose="02000400000000000000" pitchFamily="2" charset="0"/>
            </a:endParaRPr>
          </a:p>
        </p:txBody>
      </p:sp>
      <p:sp>
        <p:nvSpPr>
          <p:cNvPr id="4" name="Rechteck 8">
            <a:extLst>
              <a:ext uri="{FF2B5EF4-FFF2-40B4-BE49-F238E27FC236}">
                <a16:creationId xmlns:a16="http://schemas.microsoft.com/office/drawing/2014/main" id="{B5135FA9-5F40-4A92-BD3A-483C784A827E}"/>
              </a:ext>
            </a:extLst>
          </p:cNvPr>
          <p:cNvSpPr/>
          <p:nvPr/>
        </p:nvSpPr>
        <p:spPr>
          <a:xfrm rot="701816">
            <a:off x="-600341" y="6396302"/>
            <a:ext cx="4248713" cy="3503514"/>
          </a:xfrm>
          <a:prstGeom prst="rect">
            <a:avLst/>
          </a:prstGeom>
          <a:solidFill>
            <a:srgbClr val="61B453">
              <a:alpha val="69804"/>
            </a:srgbClr>
          </a:solidFill>
          <a:ln w="12701" cap="flat">
            <a:solidFill>
              <a:srgbClr val="61B453">
                <a:alpha val="32941"/>
              </a:srgbClr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FFFFFF"/>
              </a:solidFill>
              <a:uFillTx/>
              <a:latin typeface="Mandatory" panose="02000400000000000000" pitchFamily="2" charset="0"/>
            </a:endParaRP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CEA2C97C-3CE0-4D80-9CC6-709A0B7A34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90771" y="234342"/>
            <a:ext cx="8963031" cy="635279"/>
          </a:xfrm>
        </p:spPr>
        <p:txBody>
          <a:bodyPr/>
          <a:lstStyle>
            <a:lvl1pPr>
              <a:defRPr>
                <a:latin typeface="Mandatory" panose="02000400000000000000" pitchFamily="2" charset="0"/>
              </a:defRPr>
            </a:lvl1pPr>
          </a:lstStyle>
          <a:p>
            <a:pPr lvl="0"/>
            <a:r>
              <a:rPr lang="de-DE" dirty="0"/>
              <a:t>Titel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9E413635-3C0E-4BEE-9CA5-B2544548DBA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101723"/>
            <a:ext cx="10515600" cy="5106776"/>
          </a:xfrm>
        </p:spPr>
        <p:txBody>
          <a:bodyPr/>
          <a:lstStyle>
            <a:lvl1pPr>
              <a:defRPr>
                <a:latin typeface="Mandatory" panose="02000400000000000000" pitchFamily="2" charset="0"/>
              </a:defRPr>
            </a:lvl1pPr>
            <a:lvl2pPr>
              <a:defRPr>
                <a:latin typeface="Mandatory" panose="02000400000000000000" pitchFamily="2" charset="0"/>
              </a:defRPr>
            </a:lvl2pPr>
            <a:lvl3pPr>
              <a:defRPr>
                <a:latin typeface="Mandatory" panose="02000400000000000000" pitchFamily="2" charset="0"/>
              </a:defRPr>
            </a:lvl3pPr>
            <a:lvl4pPr>
              <a:defRPr>
                <a:latin typeface="Mandatory" panose="02000400000000000000" pitchFamily="2" charset="0"/>
              </a:defRPr>
            </a:lvl4pPr>
            <a:lvl5pPr>
              <a:defRPr>
                <a:latin typeface="Mandatory" panose="02000400000000000000" pitchFamily="2" charset="0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7" name="Grafik 10">
            <a:extLst>
              <a:ext uri="{FF2B5EF4-FFF2-40B4-BE49-F238E27FC236}">
                <a16:creationId xmlns:a16="http://schemas.microsoft.com/office/drawing/2014/main" id="{06959209-53B0-48D6-8B09-CBB56E65D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44" y="230191"/>
            <a:ext cx="1973549" cy="63943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7F6CBAFA-FB76-4058-8BE8-B5CCD5452792}"/>
              </a:ext>
            </a:extLst>
          </p:cNvPr>
          <p:cNvSpPr txBox="1"/>
          <p:nvPr userDrawn="1"/>
        </p:nvSpPr>
        <p:spPr>
          <a:xfrm>
            <a:off x="10991273" y="6208499"/>
            <a:ext cx="701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355405D-DE4B-4B95-ACA0-07CE4BDBE28E}" type="slidenum">
              <a:rPr lang="de-DE" smtClean="0">
                <a:latin typeface="Mandatory" panose="02000400000000000000" pitchFamily="2" charset="0"/>
              </a:rPr>
              <a:pPr algn="r"/>
              <a:t>‹Nr.›</a:t>
            </a:fld>
            <a:endParaRPr lang="de-DE" dirty="0">
              <a:latin typeface="Mandatory" panose="02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504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91AB52E-8BFB-4B99-8119-D5ED717A5B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de-DE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C1C553F-0C11-4AA0-B0DE-528B9B4DC1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9FF160C-56C0-4C56-8DFD-D18216911FD2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3F390F32-C49A-4DCB-85D8-9F853B37474E}" type="datetime1">
              <a:rPr lang="de-DE" smtClean="0"/>
              <a:t>25.06.2018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B093F0E-078C-4EDA-ABC7-ADFE84D973F2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7CCBA-F53A-4C7D-983E-64F7996CCC9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fld id="{878A5921-F77D-4090-8F72-C7FFCAF1BCFC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de-DE" sz="4400" b="0" i="0" u="none" strike="noStrike" kern="1200" cap="none" spc="0" baseline="0">
          <a:solidFill>
            <a:srgbClr val="000000"/>
          </a:solidFill>
          <a:uFillTx/>
          <a:latin typeface="Manda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de-DE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de-DE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de-DE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de-DE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de-DE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CAE08EBD-27CF-4EA7-B398-31D1FD1934E8}"/>
              </a:ext>
            </a:extLst>
          </p:cNvPr>
          <p:cNvSpPr txBox="1"/>
          <p:nvPr/>
        </p:nvSpPr>
        <p:spPr>
          <a:xfrm>
            <a:off x="1935332" y="1171851"/>
            <a:ext cx="536211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800" dirty="0">
                <a:latin typeface="Mandatory" panose="02000400000000000000" pitchFamily="2" charset="0"/>
              </a:rPr>
              <a:t>Filter </a:t>
            </a:r>
            <a:r>
              <a:rPr lang="de-DE" sz="8800" dirty="0" err="1">
                <a:latin typeface="Mandatory" panose="02000400000000000000" pitchFamily="2" charset="0"/>
              </a:rPr>
              <a:t>It</a:t>
            </a:r>
            <a:endParaRPr lang="de-DE" sz="8800" dirty="0">
              <a:latin typeface="Mandatory" panose="02000400000000000000" pitchFamily="2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341DBD4-82B3-460B-A6D8-24A9B6525377}"/>
              </a:ext>
            </a:extLst>
          </p:cNvPr>
          <p:cNvSpPr txBox="1"/>
          <p:nvPr/>
        </p:nvSpPr>
        <p:spPr>
          <a:xfrm>
            <a:off x="1935332" y="4208015"/>
            <a:ext cx="53621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Mandatory" panose="02000400000000000000" pitchFamily="2" charset="0"/>
              </a:rPr>
              <a:t>Team Filter </a:t>
            </a:r>
            <a:r>
              <a:rPr lang="de-DE" sz="2400" dirty="0" err="1">
                <a:latin typeface="Mandatory" panose="02000400000000000000" pitchFamily="2" charset="0"/>
              </a:rPr>
              <a:t>It</a:t>
            </a:r>
            <a:endParaRPr lang="de-DE" sz="2400" dirty="0">
              <a:latin typeface="Mandatory" panose="02000400000000000000" pitchFamily="2" charset="0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4E3DCDC-8186-4611-8D60-D2134CFBBCC5}"/>
              </a:ext>
            </a:extLst>
          </p:cNvPr>
          <p:cNvSpPr txBox="1"/>
          <p:nvPr/>
        </p:nvSpPr>
        <p:spPr>
          <a:xfrm>
            <a:off x="1935331" y="4669680"/>
            <a:ext cx="53621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Mandatory" panose="02000400000000000000" pitchFamily="2" charset="0"/>
              </a:rPr>
              <a:t>24.06.2018</a:t>
            </a:r>
          </a:p>
        </p:txBody>
      </p:sp>
    </p:spTree>
    <p:extLst>
      <p:ext uri="{BB962C8B-B14F-4D97-AF65-F5344CB8AC3E}">
        <p14:creationId xmlns:p14="http://schemas.microsoft.com/office/powerpoint/2010/main" val="1464425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FE82E1CF-F901-48B9-A2A3-3B624106CA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072" y="971129"/>
            <a:ext cx="7336126" cy="5403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745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A8271ACC-D88D-4FF8-BFE3-80E48669F33C}"/>
              </a:ext>
            </a:extLst>
          </p:cNvPr>
          <p:cNvSpPr/>
          <p:nvPr/>
        </p:nvSpPr>
        <p:spPr>
          <a:xfrm>
            <a:off x="3875309" y="737364"/>
            <a:ext cx="793827" cy="78483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Mandatory" panose="02000400000000000000" pitchFamily="2" charset="0"/>
              </a:rPr>
              <a:t>1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F3B7FDB-9A1D-413E-BC31-FF44C2F3E221}"/>
              </a:ext>
            </a:extLst>
          </p:cNvPr>
          <p:cNvSpPr/>
          <p:nvPr/>
        </p:nvSpPr>
        <p:spPr>
          <a:xfrm>
            <a:off x="3875309" y="1819298"/>
            <a:ext cx="793827" cy="78483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600" dirty="0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2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8F6C714-9393-446D-A8C2-7FD2C793C5E6}"/>
              </a:ext>
            </a:extLst>
          </p:cNvPr>
          <p:cNvSpPr/>
          <p:nvPr/>
        </p:nvSpPr>
        <p:spPr>
          <a:xfrm>
            <a:off x="3875308" y="2901232"/>
            <a:ext cx="793827" cy="78483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600" dirty="0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3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9F1A384-4C2B-4D25-80BB-F4D8561FE840}"/>
              </a:ext>
            </a:extLst>
          </p:cNvPr>
          <p:cNvSpPr txBox="1"/>
          <p:nvPr/>
        </p:nvSpPr>
        <p:spPr>
          <a:xfrm>
            <a:off x="4834550" y="806616"/>
            <a:ext cx="68193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>
                <a:latin typeface="Mandatory" panose="02000400000000000000" pitchFamily="2" charset="0"/>
              </a:rPr>
              <a:t>Artikel 13 Urheberrechtsreform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AD7AF7D-5760-4B80-A415-A5D294BA592F}"/>
              </a:ext>
            </a:extLst>
          </p:cNvPr>
          <p:cNvSpPr txBox="1"/>
          <p:nvPr/>
        </p:nvSpPr>
        <p:spPr>
          <a:xfrm>
            <a:off x="4834551" y="1888550"/>
            <a:ext cx="72392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 err="1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Challenges</a:t>
            </a:r>
            <a:r>
              <a:rPr lang="de-DE" sz="3600" dirty="0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 &amp; </a:t>
            </a:r>
            <a:r>
              <a:rPr lang="de-DE" sz="3600" dirty="0" err="1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Opportunities</a:t>
            </a:r>
            <a:endParaRPr lang="de-DE" sz="3600" dirty="0">
              <a:solidFill>
                <a:schemeClr val="bg1">
                  <a:lumMod val="65000"/>
                </a:schemeClr>
              </a:solidFill>
              <a:latin typeface="Mandatory" panose="02000400000000000000" pitchFamily="2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1EC0489-B9C7-4352-8E0F-18C17F7574F8}"/>
              </a:ext>
            </a:extLst>
          </p:cNvPr>
          <p:cNvSpPr txBox="1"/>
          <p:nvPr/>
        </p:nvSpPr>
        <p:spPr>
          <a:xfrm>
            <a:off x="4834551" y="2970484"/>
            <a:ext cx="2987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1707015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A8271ACC-D88D-4FF8-BFE3-80E48669F33C}"/>
              </a:ext>
            </a:extLst>
          </p:cNvPr>
          <p:cNvSpPr/>
          <p:nvPr/>
        </p:nvSpPr>
        <p:spPr>
          <a:xfrm>
            <a:off x="3875309" y="737364"/>
            <a:ext cx="793827" cy="78483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600" dirty="0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1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F3B7FDB-9A1D-413E-BC31-FF44C2F3E221}"/>
              </a:ext>
            </a:extLst>
          </p:cNvPr>
          <p:cNvSpPr/>
          <p:nvPr/>
        </p:nvSpPr>
        <p:spPr>
          <a:xfrm>
            <a:off x="3875309" y="1819298"/>
            <a:ext cx="793827" cy="78483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Mandatory" panose="02000400000000000000" pitchFamily="2" charset="0"/>
              </a:rPr>
              <a:t>2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8F6C714-9393-446D-A8C2-7FD2C793C5E6}"/>
              </a:ext>
            </a:extLst>
          </p:cNvPr>
          <p:cNvSpPr/>
          <p:nvPr/>
        </p:nvSpPr>
        <p:spPr>
          <a:xfrm>
            <a:off x="3875308" y="2901232"/>
            <a:ext cx="793827" cy="78483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600" dirty="0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3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9F1A384-4C2B-4D25-80BB-F4D8561FE840}"/>
              </a:ext>
            </a:extLst>
          </p:cNvPr>
          <p:cNvSpPr txBox="1"/>
          <p:nvPr/>
        </p:nvSpPr>
        <p:spPr>
          <a:xfrm>
            <a:off x="4834551" y="806616"/>
            <a:ext cx="676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Artikel 13 Urheberrechtsreform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AD7AF7D-5760-4B80-A415-A5D294BA592F}"/>
              </a:ext>
            </a:extLst>
          </p:cNvPr>
          <p:cNvSpPr txBox="1"/>
          <p:nvPr/>
        </p:nvSpPr>
        <p:spPr>
          <a:xfrm>
            <a:off x="4834551" y="1888550"/>
            <a:ext cx="676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 err="1">
                <a:latin typeface="Mandatory" panose="02000400000000000000" pitchFamily="2" charset="0"/>
              </a:rPr>
              <a:t>Challenges</a:t>
            </a:r>
            <a:r>
              <a:rPr lang="de-DE" sz="3600" dirty="0">
                <a:latin typeface="Mandatory" panose="02000400000000000000" pitchFamily="2" charset="0"/>
              </a:rPr>
              <a:t> &amp; </a:t>
            </a:r>
            <a:r>
              <a:rPr lang="de-DE" sz="3600" dirty="0" err="1">
                <a:latin typeface="Mandatory" panose="02000400000000000000" pitchFamily="2" charset="0"/>
              </a:rPr>
              <a:t>Opportunities</a:t>
            </a:r>
            <a:endParaRPr lang="de-DE" sz="3600" dirty="0">
              <a:latin typeface="Mandatory" panose="02000400000000000000" pitchFamily="2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1EC0489-B9C7-4352-8E0F-18C17F7574F8}"/>
              </a:ext>
            </a:extLst>
          </p:cNvPr>
          <p:cNvSpPr txBox="1"/>
          <p:nvPr/>
        </p:nvSpPr>
        <p:spPr>
          <a:xfrm>
            <a:off x="4834551" y="2970484"/>
            <a:ext cx="2987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3822276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A8271ACC-D88D-4FF8-BFE3-80E48669F33C}"/>
              </a:ext>
            </a:extLst>
          </p:cNvPr>
          <p:cNvSpPr/>
          <p:nvPr/>
        </p:nvSpPr>
        <p:spPr>
          <a:xfrm>
            <a:off x="3875309" y="737364"/>
            <a:ext cx="793827" cy="78483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600" dirty="0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1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F3B7FDB-9A1D-413E-BC31-FF44C2F3E221}"/>
              </a:ext>
            </a:extLst>
          </p:cNvPr>
          <p:cNvSpPr/>
          <p:nvPr/>
        </p:nvSpPr>
        <p:spPr>
          <a:xfrm>
            <a:off x="3875309" y="1819298"/>
            <a:ext cx="793827" cy="78483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600" dirty="0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2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8F6C714-9393-446D-A8C2-7FD2C793C5E6}"/>
              </a:ext>
            </a:extLst>
          </p:cNvPr>
          <p:cNvSpPr/>
          <p:nvPr/>
        </p:nvSpPr>
        <p:spPr>
          <a:xfrm>
            <a:off x="3875308" y="2901232"/>
            <a:ext cx="793827" cy="78483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Mandatory" panose="02000400000000000000" pitchFamily="2" charset="0"/>
              </a:rPr>
              <a:t>3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9F1A384-4C2B-4D25-80BB-F4D8561FE840}"/>
              </a:ext>
            </a:extLst>
          </p:cNvPr>
          <p:cNvSpPr txBox="1"/>
          <p:nvPr/>
        </p:nvSpPr>
        <p:spPr>
          <a:xfrm>
            <a:off x="4834550" y="806616"/>
            <a:ext cx="6856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Artikel 13 Urheberrechtsreform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AD7AF7D-5760-4B80-A415-A5D294BA592F}"/>
              </a:ext>
            </a:extLst>
          </p:cNvPr>
          <p:cNvSpPr txBox="1"/>
          <p:nvPr/>
        </p:nvSpPr>
        <p:spPr>
          <a:xfrm>
            <a:off x="4834551" y="1888550"/>
            <a:ext cx="68567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 err="1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Challenges</a:t>
            </a:r>
            <a:r>
              <a:rPr lang="de-DE" sz="3600" dirty="0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 &amp; </a:t>
            </a:r>
            <a:r>
              <a:rPr lang="de-DE" sz="3600" dirty="0" err="1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Opportunities</a:t>
            </a:r>
            <a:endParaRPr lang="de-DE" sz="3600" dirty="0">
              <a:solidFill>
                <a:schemeClr val="bg1">
                  <a:lumMod val="65000"/>
                </a:schemeClr>
              </a:solidFill>
              <a:latin typeface="Mandatory" panose="02000400000000000000" pitchFamily="2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1EC0489-B9C7-4352-8E0F-18C17F7574F8}"/>
              </a:ext>
            </a:extLst>
          </p:cNvPr>
          <p:cNvSpPr txBox="1"/>
          <p:nvPr/>
        </p:nvSpPr>
        <p:spPr>
          <a:xfrm>
            <a:off x="4834551" y="2970484"/>
            <a:ext cx="2987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>
                <a:latin typeface="Mandatory" panose="02000400000000000000" pitchFamily="2" charset="0"/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1426393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B90F62B8-C678-4468-991A-F7667CA7B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Artikel 13 Urheberrechtsreform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FFD180D5-0713-41DB-AE7C-309071592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2" y="1101723"/>
            <a:ext cx="10515600" cy="520602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z="3600" dirty="0" err="1"/>
              <a:t>Youtube</a:t>
            </a:r>
            <a:r>
              <a:rPr lang="de-DE" sz="3600" dirty="0"/>
              <a:t> haftet</a:t>
            </a:r>
          </a:p>
        </p:txBody>
      </p:sp>
      <p:pic>
        <p:nvPicPr>
          <p:cNvPr id="1026" name="Picture 2" descr="Bildergebnis fÃ¼r Katzenbilder">
            <a:extLst>
              <a:ext uri="{FF2B5EF4-FFF2-40B4-BE49-F238E27FC236}">
                <a16:creationId xmlns:a16="http://schemas.microsoft.com/office/drawing/2014/main" id="{0DB1E7C3-835F-4E77-8341-EE02545B5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0163" y="1831134"/>
            <a:ext cx="5691674" cy="426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1539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A8271ACC-D88D-4FF8-BFE3-80E48669F33C}"/>
              </a:ext>
            </a:extLst>
          </p:cNvPr>
          <p:cNvSpPr/>
          <p:nvPr/>
        </p:nvSpPr>
        <p:spPr>
          <a:xfrm>
            <a:off x="3875309" y="737364"/>
            <a:ext cx="793827" cy="78483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600" dirty="0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1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F3B7FDB-9A1D-413E-BC31-FF44C2F3E221}"/>
              </a:ext>
            </a:extLst>
          </p:cNvPr>
          <p:cNvSpPr/>
          <p:nvPr/>
        </p:nvSpPr>
        <p:spPr>
          <a:xfrm>
            <a:off x="3875309" y="1819298"/>
            <a:ext cx="793827" cy="78483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Mandatory" panose="02000400000000000000" pitchFamily="2" charset="0"/>
              </a:rPr>
              <a:t>2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8F6C714-9393-446D-A8C2-7FD2C793C5E6}"/>
              </a:ext>
            </a:extLst>
          </p:cNvPr>
          <p:cNvSpPr/>
          <p:nvPr/>
        </p:nvSpPr>
        <p:spPr>
          <a:xfrm>
            <a:off x="3875308" y="2901232"/>
            <a:ext cx="793827" cy="78483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600" dirty="0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3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9F1A384-4C2B-4D25-80BB-F4D8561FE840}"/>
              </a:ext>
            </a:extLst>
          </p:cNvPr>
          <p:cNvSpPr txBox="1"/>
          <p:nvPr/>
        </p:nvSpPr>
        <p:spPr>
          <a:xfrm>
            <a:off x="4834550" y="806616"/>
            <a:ext cx="66980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Artikel 13 Urheberrechtsreform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AD7AF7D-5760-4B80-A415-A5D294BA592F}"/>
              </a:ext>
            </a:extLst>
          </p:cNvPr>
          <p:cNvSpPr txBox="1"/>
          <p:nvPr/>
        </p:nvSpPr>
        <p:spPr>
          <a:xfrm>
            <a:off x="4834551" y="1897881"/>
            <a:ext cx="66980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 err="1">
                <a:latin typeface="Mandatory" panose="02000400000000000000" pitchFamily="2" charset="0"/>
              </a:rPr>
              <a:t>Challenges</a:t>
            </a:r>
            <a:r>
              <a:rPr lang="de-DE" sz="3600" dirty="0">
                <a:latin typeface="Mandatory" panose="02000400000000000000" pitchFamily="2" charset="0"/>
              </a:rPr>
              <a:t> &amp; </a:t>
            </a:r>
            <a:r>
              <a:rPr lang="de-DE" sz="3600" dirty="0" err="1">
                <a:latin typeface="Mandatory" panose="02000400000000000000" pitchFamily="2" charset="0"/>
              </a:rPr>
              <a:t>Opportunities</a:t>
            </a:r>
            <a:endParaRPr lang="de-DE" sz="3600" dirty="0">
              <a:latin typeface="Mandatory" panose="02000400000000000000" pitchFamily="2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1EC0489-B9C7-4352-8E0F-18C17F7574F8}"/>
              </a:ext>
            </a:extLst>
          </p:cNvPr>
          <p:cNvSpPr txBox="1"/>
          <p:nvPr/>
        </p:nvSpPr>
        <p:spPr>
          <a:xfrm>
            <a:off x="4834551" y="2970484"/>
            <a:ext cx="2987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3249981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B90F62B8-C678-4468-991A-F7667CA7B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Challenges</a:t>
            </a:r>
            <a:r>
              <a:rPr lang="de-DE" dirty="0"/>
              <a:t> &amp; </a:t>
            </a:r>
            <a:r>
              <a:rPr lang="de-DE" dirty="0" err="1"/>
              <a:t>Opportunities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39E32AC-DEEB-4CA1-AB33-A452A37C8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3784" y="1362249"/>
            <a:ext cx="5984432" cy="336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50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7EC7FE-C0B3-42E2-862F-1C914449E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Challanges</a:t>
            </a:r>
            <a:r>
              <a:rPr lang="de-DE" dirty="0"/>
              <a:t> &amp; </a:t>
            </a:r>
            <a:r>
              <a:rPr lang="de-DE" dirty="0" err="1"/>
              <a:t>Opportunities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7904967-9A88-4237-A471-7631E5D00C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7424" y="1239336"/>
            <a:ext cx="4090327" cy="230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184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7EC7FE-C0B3-42E2-862F-1C914449E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Challanges</a:t>
            </a:r>
            <a:r>
              <a:rPr lang="de-DE" dirty="0"/>
              <a:t> &amp; </a:t>
            </a:r>
            <a:r>
              <a:rPr lang="de-DE" dirty="0" err="1"/>
              <a:t>Opportunities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90E0B3A-BFF8-4907-B607-8C2AD05094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7424" y="1239336"/>
            <a:ext cx="4090327" cy="230285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3272802B-7F1F-44FB-9BA5-EAF4AA5A79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8657" y="2390763"/>
            <a:ext cx="5622524" cy="3162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507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7EC7FE-C0B3-42E2-862F-1C914449E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Challanges</a:t>
            </a:r>
            <a:r>
              <a:rPr lang="de-DE" dirty="0"/>
              <a:t> &amp; </a:t>
            </a:r>
            <a:r>
              <a:rPr lang="de-DE" dirty="0" err="1"/>
              <a:t>Opportunities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90E0B3A-BFF8-4907-B607-8C2AD05094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7424" y="1239336"/>
            <a:ext cx="4090327" cy="230285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3272802B-7F1F-44FB-9BA5-EAF4AA5A79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8657" y="2390763"/>
            <a:ext cx="5622524" cy="316267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3288104C-34B3-49F0-98B3-570B703911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962" y="3381377"/>
            <a:ext cx="5460336" cy="307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261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E15A0D-1D59-4155-B9B3-9F7432EB0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Challenges</a:t>
            </a:r>
            <a:r>
              <a:rPr lang="de-DE" dirty="0"/>
              <a:t> &amp; </a:t>
            </a:r>
            <a:r>
              <a:rPr lang="de-DE" dirty="0" err="1"/>
              <a:t>Opportunities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0A83DFD-0A4C-462E-9C9F-6C0401CF64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3784" y="1362249"/>
            <a:ext cx="5984432" cy="3366243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2A3F5144-6F1B-46B9-874F-1F2C219D538F}"/>
              </a:ext>
            </a:extLst>
          </p:cNvPr>
          <p:cNvSpPr/>
          <p:nvPr/>
        </p:nvSpPr>
        <p:spPr>
          <a:xfrm>
            <a:off x="969632" y="4973968"/>
            <a:ext cx="3939898" cy="110868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latin typeface="Mandatory" panose="02000400000000000000" pitchFamily="50" charset="0"/>
              </a:rPr>
              <a:t>Produktinnovation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7CD4E01-3C17-4FF9-8314-F1D05C61958C}"/>
              </a:ext>
            </a:extLst>
          </p:cNvPr>
          <p:cNvSpPr/>
          <p:nvPr/>
        </p:nvSpPr>
        <p:spPr>
          <a:xfrm>
            <a:off x="6872286" y="4940804"/>
            <a:ext cx="3939898" cy="110868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latin typeface="Mandatory" panose="02000400000000000000" pitchFamily="50" charset="0"/>
              </a:rPr>
              <a:t>Neuer Markt</a:t>
            </a:r>
          </a:p>
        </p:txBody>
      </p:sp>
    </p:spTree>
    <p:extLst>
      <p:ext uri="{BB962C8B-B14F-4D97-AF65-F5344CB8AC3E}">
        <p14:creationId xmlns:p14="http://schemas.microsoft.com/office/powerpoint/2010/main" val="1157635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A8271ACC-D88D-4FF8-BFE3-80E48669F33C}"/>
              </a:ext>
            </a:extLst>
          </p:cNvPr>
          <p:cNvSpPr/>
          <p:nvPr/>
        </p:nvSpPr>
        <p:spPr>
          <a:xfrm>
            <a:off x="3875309" y="737364"/>
            <a:ext cx="793827" cy="78483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600" dirty="0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1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F3B7FDB-9A1D-413E-BC31-FF44C2F3E221}"/>
              </a:ext>
            </a:extLst>
          </p:cNvPr>
          <p:cNvSpPr/>
          <p:nvPr/>
        </p:nvSpPr>
        <p:spPr>
          <a:xfrm>
            <a:off x="3875309" y="1819298"/>
            <a:ext cx="793827" cy="78483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600" dirty="0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2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8F6C714-9393-446D-A8C2-7FD2C793C5E6}"/>
              </a:ext>
            </a:extLst>
          </p:cNvPr>
          <p:cNvSpPr/>
          <p:nvPr/>
        </p:nvSpPr>
        <p:spPr>
          <a:xfrm>
            <a:off x="3875308" y="2901232"/>
            <a:ext cx="793827" cy="78483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Mandatory" panose="02000400000000000000" pitchFamily="2" charset="0"/>
              </a:rPr>
              <a:t>3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9F1A384-4C2B-4D25-80BB-F4D8561FE840}"/>
              </a:ext>
            </a:extLst>
          </p:cNvPr>
          <p:cNvSpPr txBox="1"/>
          <p:nvPr/>
        </p:nvSpPr>
        <p:spPr>
          <a:xfrm>
            <a:off x="4834551" y="806616"/>
            <a:ext cx="6800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Artikel 13 Urheberrechtsreform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AD7AF7D-5760-4B80-A415-A5D294BA592F}"/>
              </a:ext>
            </a:extLst>
          </p:cNvPr>
          <p:cNvSpPr txBox="1"/>
          <p:nvPr/>
        </p:nvSpPr>
        <p:spPr>
          <a:xfrm>
            <a:off x="4834551" y="1888550"/>
            <a:ext cx="5966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 err="1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Challenges</a:t>
            </a:r>
            <a:r>
              <a:rPr lang="de-DE" sz="3600" dirty="0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 &amp; </a:t>
            </a:r>
            <a:r>
              <a:rPr lang="de-DE" sz="3600" dirty="0" err="1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Opportunities</a:t>
            </a:r>
            <a:endParaRPr lang="de-DE" sz="3600" dirty="0">
              <a:solidFill>
                <a:schemeClr val="bg1">
                  <a:lumMod val="65000"/>
                </a:schemeClr>
              </a:solidFill>
              <a:latin typeface="Mandatory" panose="02000400000000000000" pitchFamily="2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1EC0489-B9C7-4352-8E0F-18C17F7574F8}"/>
              </a:ext>
            </a:extLst>
          </p:cNvPr>
          <p:cNvSpPr txBox="1"/>
          <p:nvPr/>
        </p:nvSpPr>
        <p:spPr>
          <a:xfrm>
            <a:off x="4834551" y="2970484"/>
            <a:ext cx="2987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>
                <a:latin typeface="Mandatory" panose="02000400000000000000" pitchFamily="2" charset="0"/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631094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E1C1ED-261D-4EE9-A831-BB973D63B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Solution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622A1A2-5805-4B6E-B17A-6973AD281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3202" y="3529922"/>
            <a:ext cx="402437" cy="46244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de-DE" sz="3600" dirty="0"/>
              <a:t>+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02700FA5-80E1-4B4D-9BE1-D9143B3539AE}"/>
              </a:ext>
            </a:extLst>
          </p:cNvPr>
          <p:cNvSpPr txBox="1">
            <a:spLocks/>
          </p:cNvSpPr>
          <p:nvPr/>
        </p:nvSpPr>
        <p:spPr>
          <a:xfrm>
            <a:off x="5369235" y="3529921"/>
            <a:ext cx="413641" cy="46244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228600" marR="0" lvl="0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de-DE" sz="2800" b="0" i="0" u="none" strike="noStrike" kern="1200" cap="none" spc="0" baseline="0">
                <a:solidFill>
                  <a:srgbClr val="000000"/>
                </a:solidFill>
                <a:uFillTx/>
                <a:latin typeface="Mandatory" panose="02000400000000000000" pitchFamily="2" charset="0"/>
              </a:defRPr>
            </a:lvl1pPr>
            <a:lvl2pPr marL="685800" marR="0" lvl="1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de-DE" sz="2400" b="0" i="0" u="none" strike="noStrike" kern="1200" cap="none" spc="0" baseline="0">
                <a:solidFill>
                  <a:srgbClr val="000000"/>
                </a:solidFill>
                <a:uFillTx/>
                <a:latin typeface="Mandatory" panose="02000400000000000000" pitchFamily="2" charset="0"/>
              </a:defRPr>
            </a:lvl2pPr>
            <a:lvl3pPr marL="1143000" marR="0" lvl="2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de-DE" sz="2000" b="0" i="0" u="none" strike="noStrike" kern="1200" cap="none" spc="0" baseline="0">
                <a:solidFill>
                  <a:srgbClr val="000000"/>
                </a:solidFill>
                <a:uFillTx/>
                <a:latin typeface="Mandatory" panose="02000400000000000000" pitchFamily="2" charset="0"/>
              </a:defRPr>
            </a:lvl3pPr>
            <a:lvl4pPr marL="1600200" marR="0" lvl="3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de-DE" sz="1800" b="0" i="0" u="none" strike="noStrike" kern="1200" cap="none" spc="0" baseline="0">
                <a:solidFill>
                  <a:srgbClr val="000000"/>
                </a:solidFill>
                <a:uFillTx/>
                <a:latin typeface="Mandatory" panose="02000400000000000000" pitchFamily="2" charset="0"/>
              </a:defRPr>
            </a:lvl4pPr>
            <a:lvl5pPr marL="2057400" marR="0" lvl="4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de-DE" sz="1800" b="0" i="0" u="none" strike="noStrike" kern="1200" cap="none" spc="0" baseline="0">
                <a:solidFill>
                  <a:srgbClr val="000000"/>
                </a:solidFill>
                <a:uFillTx/>
                <a:latin typeface="Mandatory" panose="020004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/>
              <a:buNone/>
            </a:pPr>
            <a:r>
              <a:rPr lang="de-DE" sz="3600" dirty="0"/>
              <a:t>=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1DF291D-9B37-41A5-B784-5668D1380B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5441" y="2923417"/>
            <a:ext cx="2791922" cy="151043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ABC7F7C6-6634-4CA9-984E-F2A15F1F49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038" y="2367724"/>
            <a:ext cx="4300682" cy="1393421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14B5CA60-602C-42BB-BB8D-5669E4F246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911391" y="2990416"/>
            <a:ext cx="1366000" cy="1541463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69B3866B-13C7-489A-8A34-4757A26853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711" y="3992370"/>
            <a:ext cx="3971335" cy="1139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9879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BAA323-15F7-4048-92AC-066FF66BA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Euer Markt</a:t>
            </a:r>
          </a:p>
        </p:txBody>
      </p:sp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F9AA5D4F-54E3-4DEF-B46D-0C6D3C3E5C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3100468"/>
              </p:ext>
            </p:extLst>
          </p:nvPr>
        </p:nvGraphicFramePr>
        <p:xfrm>
          <a:off x="1064335" y="1296140"/>
          <a:ext cx="6739137" cy="46192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8" name="Picture 4" descr="Bildergebnis fÃ¼r sv sparkassenversicherung">
            <a:extLst>
              <a:ext uri="{FF2B5EF4-FFF2-40B4-BE49-F238E27FC236}">
                <a16:creationId xmlns:a16="http://schemas.microsoft.com/office/drawing/2014/main" id="{C5ED1578-23A2-4D72-92CF-DD463C69B6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2179" r="-1507" b="19027"/>
          <a:stretch/>
        </p:blipFill>
        <p:spPr bwMode="auto">
          <a:xfrm>
            <a:off x="5676043" y="64967"/>
            <a:ext cx="2701338" cy="804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0048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81375CDB-312E-4930-A1C3-07A05FCCF5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037" y="2166330"/>
            <a:ext cx="6817941" cy="2209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3421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0C9AA9-D947-4AB7-8DCD-DC86A38A1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BackUp</a:t>
            </a:r>
            <a:endParaRPr lang="de-DE" dirty="0"/>
          </a:p>
        </p:txBody>
      </p:sp>
      <p:sp>
        <p:nvSpPr>
          <p:cNvPr id="4" name="Inhaltsplatzhalter 1">
            <a:extLst>
              <a:ext uri="{FF2B5EF4-FFF2-40B4-BE49-F238E27FC236}">
                <a16:creationId xmlns:a16="http://schemas.microsoft.com/office/drawing/2014/main" id="{2F96AE55-9DBF-4091-9BC3-30255BCAA05C}"/>
              </a:ext>
            </a:extLst>
          </p:cNvPr>
          <p:cNvSpPr txBox="1">
            <a:spLocks/>
          </p:cNvSpPr>
          <p:nvPr/>
        </p:nvSpPr>
        <p:spPr>
          <a:xfrm>
            <a:off x="468312" y="1412877"/>
            <a:ext cx="8208143" cy="467994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 fontScale="92500" lnSpcReduction="20000"/>
          </a:bodyPr>
          <a:lstStyle>
            <a:lvl1pPr marL="228600" marR="0" lvl="0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de-DE" sz="2800" b="0" i="0" u="none" strike="noStrike" kern="1200" cap="none" spc="0" baseline="0">
                <a:solidFill>
                  <a:srgbClr val="000000"/>
                </a:solidFill>
                <a:uFillTx/>
                <a:latin typeface="Mandatory" panose="02000400000000000000" pitchFamily="2" charset="0"/>
              </a:defRPr>
            </a:lvl1pPr>
            <a:lvl2pPr marL="685800" marR="0" lvl="1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de-DE" sz="2400" b="0" i="0" u="none" strike="noStrike" kern="1200" cap="none" spc="0" baseline="0">
                <a:solidFill>
                  <a:srgbClr val="000000"/>
                </a:solidFill>
                <a:uFillTx/>
                <a:latin typeface="Mandatory" panose="02000400000000000000" pitchFamily="2" charset="0"/>
              </a:defRPr>
            </a:lvl2pPr>
            <a:lvl3pPr marL="1143000" marR="0" lvl="2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de-DE" sz="2000" b="0" i="0" u="none" strike="noStrike" kern="1200" cap="none" spc="0" baseline="0">
                <a:solidFill>
                  <a:srgbClr val="000000"/>
                </a:solidFill>
                <a:uFillTx/>
                <a:latin typeface="Mandatory" panose="02000400000000000000" pitchFamily="2" charset="0"/>
              </a:defRPr>
            </a:lvl3pPr>
            <a:lvl4pPr marL="1600200" marR="0" lvl="3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de-DE" sz="1800" b="0" i="0" u="none" strike="noStrike" kern="1200" cap="none" spc="0" baseline="0">
                <a:solidFill>
                  <a:srgbClr val="000000"/>
                </a:solidFill>
                <a:uFillTx/>
                <a:latin typeface="Mandatory" panose="02000400000000000000" pitchFamily="2" charset="0"/>
              </a:defRPr>
            </a:lvl4pPr>
            <a:lvl5pPr marL="2057400" marR="0" lvl="4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de-DE" sz="1800" b="0" i="0" u="none" strike="noStrike" kern="1200" cap="none" spc="0" baseline="0">
                <a:solidFill>
                  <a:srgbClr val="000000"/>
                </a:solidFill>
                <a:uFillTx/>
                <a:latin typeface="Mandatory" panose="020004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dirty="0"/>
              <a:t>Prämie: </a:t>
            </a:r>
          </a:p>
          <a:p>
            <a:pPr lvl="1"/>
            <a:r>
              <a:rPr lang="de-DE" dirty="0"/>
              <a:t>Wofür Webseite? </a:t>
            </a:r>
          </a:p>
          <a:p>
            <a:pPr lvl="1"/>
            <a:r>
              <a:rPr lang="de-DE" dirty="0"/>
              <a:t>Wie groß? </a:t>
            </a:r>
          </a:p>
          <a:p>
            <a:pPr lvl="1"/>
            <a:r>
              <a:rPr lang="de-DE" dirty="0"/>
              <a:t>Wer stellt Inhalte bereit?</a:t>
            </a:r>
          </a:p>
          <a:p>
            <a:pPr lvl="1"/>
            <a:r>
              <a:rPr lang="de-DE" dirty="0"/>
              <a:t>Erfahrungswerte!</a:t>
            </a:r>
          </a:p>
          <a:p>
            <a:pPr lvl="1"/>
            <a:r>
              <a:rPr lang="de-DE" dirty="0"/>
              <a:t>…</a:t>
            </a:r>
          </a:p>
          <a:p>
            <a:r>
              <a:rPr lang="de-DE" b="1" dirty="0"/>
              <a:t>Leistungen:</a:t>
            </a:r>
          </a:p>
          <a:p>
            <a:pPr lvl="1"/>
            <a:r>
              <a:rPr lang="de-DE" sz="2800" dirty="0"/>
              <a:t>Komplette Schadensregulierung: </a:t>
            </a:r>
          </a:p>
          <a:p>
            <a:pPr lvl="2"/>
            <a:r>
              <a:rPr lang="de-DE" sz="2400" dirty="0"/>
              <a:t>Prüfung der Vorwürfe</a:t>
            </a:r>
            <a:endParaRPr lang="de-DE" sz="2400" b="1" dirty="0"/>
          </a:p>
          <a:p>
            <a:pPr lvl="2"/>
            <a:r>
              <a:rPr lang="de-DE" sz="2400" dirty="0"/>
              <a:t>Übernahme der Kosten (Rechtsdurchsetzung, Schäden, Prämien)</a:t>
            </a:r>
            <a:endParaRPr lang="de-DE" sz="2400" b="1" dirty="0"/>
          </a:p>
          <a:p>
            <a:r>
              <a:rPr lang="de-DE" b="1" dirty="0"/>
              <a:t>Produkte:</a:t>
            </a:r>
            <a:endParaRPr lang="de-DE" dirty="0"/>
          </a:p>
          <a:p>
            <a:pPr lvl="1"/>
            <a:r>
              <a:rPr lang="de-DE" dirty="0"/>
              <a:t>Betriebs-/Haftpflicht</a:t>
            </a:r>
            <a:r>
              <a:rPr lang="de-DE" b="1" dirty="0"/>
              <a:t> &gt; SV </a:t>
            </a:r>
            <a:r>
              <a:rPr lang="de-DE" b="1" dirty="0" err="1"/>
              <a:t>FirmenPolice</a:t>
            </a:r>
            <a:r>
              <a:rPr lang="de-DE" b="1" dirty="0"/>
              <a:t>, SV </a:t>
            </a:r>
            <a:r>
              <a:rPr lang="de-DE" b="1" dirty="0" err="1"/>
              <a:t>Cyber</a:t>
            </a:r>
            <a:endParaRPr lang="de-DE" dirty="0"/>
          </a:p>
          <a:p>
            <a:pPr lvl="1"/>
            <a:r>
              <a:rPr lang="de-DE" dirty="0"/>
              <a:t>Eigenes Produkt </a:t>
            </a:r>
            <a:r>
              <a:rPr lang="de-DE" b="1" dirty="0"/>
              <a:t>&gt; SV </a:t>
            </a:r>
            <a:r>
              <a:rPr lang="de-DE" b="1" dirty="0" err="1"/>
              <a:t>FilterIT</a:t>
            </a:r>
            <a:endParaRPr lang="de-DE" sz="2800" dirty="0"/>
          </a:p>
          <a:p>
            <a:endParaRPr lang="de-DE" dirty="0"/>
          </a:p>
        </p:txBody>
      </p:sp>
      <p:pic>
        <p:nvPicPr>
          <p:cNvPr id="5" name="Picture 14" descr="Kein automatischer Alternativtext verfÃ¼gbar.">
            <a:extLst>
              <a:ext uri="{FF2B5EF4-FFF2-40B4-BE49-F238E27FC236}">
                <a16:creationId xmlns:a16="http://schemas.microsoft.com/office/drawing/2014/main" id="{3E0D568A-E0F7-4EC5-9F01-7EC8FC442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3895" y="234342"/>
            <a:ext cx="1551124" cy="1291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03854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82D740-D646-42A8-97EB-5A7D38D39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BackUp</a:t>
            </a:r>
            <a:endParaRPr lang="de-DE" dirty="0"/>
          </a:p>
        </p:txBody>
      </p:sp>
      <p:sp>
        <p:nvSpPr>
          <p:cNvPr id="4" name="Inhaltsplatzhalter 1">
            <a:extLst>
              <a:ext uri="{FF2B5EF4-FFF2-40B4-BE49-F238E27FC236}">
                <a16:creationId xmlns:a16="http://schemas.microsoft.com/office/drawing/2014/main" id="{743F1F7A-8970-4D2C-AD3E-E1AFF1AAF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2" y="1412877"/>
            <a:ext cx="8208143" cy="4679949"/>
          </a:xfrm>
        </p:spPr>
        <p:txBody>
          <a:bodyPr/>
          <a:lstStyle/>
          <a:p>
            <a:r>
              <a:rPr lang="de-DE" dirty="0"/>
              <a:t>Datenanalyse (Metadaten,…)</a:t>
            </a:r>
          </a:p>
          <a:p>
            <a:r>
              <a:rPr lang="de-DE" dirty="0"/>
              <a:t>Bildanalyse (Gesichtserkennung, OCR, …)</a:t>
            </a:r>
          </a:p>
          <a:p>
            <a:r>
              <a:rPr lang="de-DE" dirty="0"/>
              <a:t>Audioanalyse (Sprecheranalyse, Tonfolgen)</a:t>
            </a:r>
          </a:p>
          <a:p>
            <a:r>
              <a:rPr lang="de-DE" dirty="0"/>
              <a:t>Videoanalyse</a:t>
            </a:r>
          </a:p>
          <a:p>
            <a:r>
              <a:rPr lang="de-DE" dirty="0"/>
              <a:t>Abgleich mit Datenbanken (Gema, ACR-Cloud, </a:t>
            </a:r>
            <a:r>
              <a:rPr lang="de-DE" dirty="0" err="1"/>
              <a:t>FilterIT</a:t>
            </a:r>
            <a:r>
              <a:rPr lang="de-DE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58023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</Words>
  <Application>Microsoft Office PowerPoint</Application>
  <PresentationFormat>Breitbild</PresentationFormat>
  <Paragraphs>72</Paragraphs>
  <Slides>18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3" baseType="lpstr">
      <vt:lpstr>Arial</vt:lpstr>
      <vt:lpstr>Calibri</vt:lpstr>
      <vt:lpstr>Manda</vt:lpstr>
      <vt:lpstr>Mandatory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Artikel 13 Urheberrechtsreform</vt:lpstr>
      <vt:lpstr>PowerPoint-Präsentation</vt:lpstr>
      <vt:lpstr>Challenges &amp; Opportunities</vt:lpstr>
      <vt:lpstr>Challanges &amp; Opportunities</vt:lpstr>
      <vt:lpstr>Challanges &amp; Opportunities</vt:lpstr>
      <vt:lpstr>Challanges &amp; Opportunities</vt:lpstr>
      <vt:lpstr>Challenges &amp; Opportunities</vt:lpstr>
      <vt:lpstr>PowerPoint-Präsentation</vt:lpstr>
      <vt:lpstr>Solution</vt:lpstr>
      <vt:lpstr>Euer Markt</vt:lpstr>
      <vt:lpstr>PowerPoint-Präsentation</vt:lpstr>
      <vt:lpstr>BackUp</vt:lpstr>
      <vt:lpstr>BackUp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Wolf, Fabian</dc:creator>
  <cp:lastModifiedBy>Wolf, Fabian</cp:lastModifiedBy>
  <cp:revision>60</cp:revision>
  <dcterms:created xsi:type="dcterms:W3CDTF">2018-06-23T18:11:43Z</dcterms:created>
  <dcterms:modified xsi:type="dcterms:W3CDTF">2018-06-25T14:10:49Z</dcterms:modified>
</cp:coreProperties>
</file>